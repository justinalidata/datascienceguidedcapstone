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0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89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63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3" y="1845734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5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4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6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5074920"/>
            <a:ext cx="10110630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3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7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4779"/>
            <a:ext cx="262821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4778"/>
            <a:ext cx="7732286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7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88826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53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104" y="1650593"/>
            <a:ext cx="7067384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600" b="1">
                <a:solidFill>
                  <a:srgbClr val="004C91"/>
                </a:solidFill>
              </a:defRPr>
            </a:pPr>
            <a:r>
              <a:rPr dirty="0"/>
              <a:t>Big Mountain Resort </a:t>
            </a:r>
            <a:endParaRPr lang="en-US" dirty="0"/>
          </a:p>
          <a:p>
            <a:pPr>
              <a:defRPr sz="4600" b="1">
                <a:solidFill>
                  <a:srgbClr val="004C91"/>
                </a:solidFill>
              </a:defRPr>
            </a:pPr>
            <a:r>
              <a:rPr dirty="0"/>
              <a:t>Data-Driven Pricing Strategy</a:t>
            </a:r>
          </a:p>
          <a:p>
            <a:pPr>
              <a:defRPr sz="2600">
                <a:solidFill>
                  <a:srgbClr val="505050"/>
                </a:solidFill>
              </a:defRPr>
            </a:pPr>
            <a:r>
              <a:rPr dirty="0"/>
              <a:t>Prepared by Justin Ali – Data Consultant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rPr dirty="0"/>
              <a:t>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Big Mountain Resort recently invested in a new chairlift, raising annual operating costs by $1.54 million.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While ticket prices are already higher than the market average, the resort lacked data-driven insights into how pricing and operational adjustments could offset these costs.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This analysis was conducted to determine which factors most influence ticket pricing and identify actionable strategies to maintain profitability without compromising the resort’s premium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1" y="1463040"/>
            <a:ext cx="1017529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Data from 330 ski resorts across the United States was analyzed to identify the key variables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that impact ticket pricing and operational efficiency.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The analysis included data wrangling, exploratory data analysis, and predictive modeling using regression and ensemble techniques.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By examining relationships between pricing, terrain, lifts, and snowmaking capacity, we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developed models capable of predicting optimal price ranges for Big Mountain Resort.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Key Pricing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713379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The analysis revealed that vertical drop, total number of chairs, and skiable terrain are the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most influential factors affecting ticket prices.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Resorts with larger elevation changes and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more lift capacity generally command higher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prices, as these features enhance the visitor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experience and perceived value.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The bar chart highlights the strongest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correlations identified in the dataset.</a:t>
            </a:r>
          </a:p>
        </p:txBody>
      </p:sp>
      <p:pic>
        <p:nvPicPr>
          <p:cNvPr id="4" name="Picture 3" descr="chart_correlation_heat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90" y="2616881"/>
            <a:ext cx="6154132" cy="3692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Price and Performance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894440" cy="2831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The scatterplot shows a clear positive relationship between a resort’s vertical drop and its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weekend ticket price. Big Mountain Resort, with a substantial vertical drop and strong facility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offerings, aligns with other high-performing resorts in terms of value delivery.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This relationship supports the conclusion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that elevation and terrain scale can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justify premium pricing when paired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with operational excellence.</a:t>
            </a:r>
          </a:p>
        </p:txBody>
      </p:sp>
      <p:pic>
        <p:nvPicPr>
          <p:cNvPr id="4" name="Picture 3" descr="chart_vertical_vs_price_real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673" y="2797419"/>
            <a:ext cx="5898007" cy="3538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Regional Price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80678" cy="4678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Regional benchmarking shows that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Western U.S. resorts consistently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achieve the highest average ticket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prices, driven by larger mountains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and longer operating seasons.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Midwest and Southeastern resorts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fall within lower pricing tiers.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Big Mountain Resort is positioned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competitively within its region,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suggesting moderate room for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upward price adjustment to align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with comparable premium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destinations.</a:t>
            </a:r>
          </a:p>
        </p:txBody>
      </p:sp>
      <p:pic>
        <p:nvPicPr>
          <p:cNvPr id="4" name="Picture 3" descr="chart_region_pric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5" y="1644039"/>
            <a:ext cx="7193677" cy="4316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78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Based on the modeling and regional benchmarks, Big Mountain Resort should consider adjusting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its weekend ticket price to the $118–$123 range.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This adjustment balances affordability with revenue growth potential and could drive a 10–12% increase in total ticket revenue.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Operational efficiencies should focus on optimizing snowmaking and lift operations to further reduce costs without diminishing guest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4C91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838944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This analysis demonstrates how data-driven decision-making can help Big Mountain Resort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offset new operational expenses and enhance profitability.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By refining pricing strategies and focusing on high-impact operational areas, the resort can maintain its premium status while improving margins.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Future work should integrate real-time weather and visitor data to support </a:t>
            </a:r>
            <a:endParaRPr lang="en-US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dynamic pricing models and continuous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485</Words>
  <Application>Microsoft Office PowerPoint</Application>
  <PresentationFormat>Custom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Ali</cp:lastModifiedBy>
  <cp:revision>3</cp:revision>
  <dcterms:created xsi:type="dcterms:W3CDTF">2013-01-27T09:14:16Z</dcterms:created>
  <dcterms:modified xsi:type="dcterms:W3CDTF">2025-11-05T16:49:00Z</dcterms:modified>
  <cp:category/>
</cp:coreProperties>
</file>